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Meiryo"/>
              </a:defRPr>
            </a:pPr>
            <a:r>
              <a:t>CommuHub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  <a:latin typeface="Meiryo"/>
              </a:defRPr>
            </a:pPr>
            <a:r>
              <a:t>フロントエンドエンジニア応募用ポートフォリオ</a:t>
            </a:r>
          </a:p>
          <a:p>
            <a:r>
              <a:t>週間スケジュール共有Webアプリ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プロジェクト概要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チーム内予定表でメンバーの週間日程を可視化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個別カレンダー確認の手間を削減し、会議調整を効率化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誰が・いつ・何の予定かを1画面で把握できるUIを設計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担当範囲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週間スケジュール画面の設計・実装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管理画面（部署・メンバー・ICS管理）の実装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週次共有事項・週次予定表機能の実装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バリデーション、エラーハンドリング、セッション管理の実装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主要機能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Meiryo"/>
              </a:defRPr>
            </a:pPr>
            <a:r>
              <a:rPr dirty="0" err="1"/>
              <a:t>ユーザー向け機能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週間スケジュール一覧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部署フィルタ、週移動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予定の手動リフレッシュ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予定なしメンバーの非表示切替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1463040"/>
            <a:ext cx="411480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Meiryo"/>
              </a:defRPr>
            </a:pPr>
            <a:r>
              <a:rPr dirty="0" err="1"/>
              <a:t>管理者向け機能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部署CRUD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メンバーCRUD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ICSリンク登録・更新・削除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</a:t>
            </a:r>
            <a:r>
              <a:rPr dirty="0" err="1"/>
              <a:t>アプリ表示名、外部リンク管理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フロントエンド実装の工夫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Next.js App RouterでServer/Client責務を分離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dnd-kit導入時のハイドレーション不一致を回避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モーダル中心の編集UXで操作の文脈を維持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入力検証とエラー表示で再入力しやすい設計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技術スタック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Meiryo"/>
              </a:defRPr>
            </a:pPr>
            <a:r>
              <a:t>Frontend / UI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t>・Next.js (App Router), React, TypeScript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t>・Tailwind CSS, shadcn/ui, Radix UI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t>・dnd-kit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5826" y="1463040"/>
            <a:ext cx="3640974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Meiryo"/>
              </a:defRPr>
            </a:pPr>
            <a:r>
              <a:rPr dirty="0"/>
              <a:t>Backend / Data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・Next.js Server Actions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・Prisma + PostgreSQL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・node-</a:t>
            </a:r>
            <a:r>
              <a:rPr dirty="0" err="1"/>
              <a:t>ical</a:t>
            </a:r>
            <a:r>
              <a:rPr dirty="0"/>
              <a:t> (</a:t>
            </a:r>
            <a:r>
              <a:rPr dirty="0" err="1"/>
              <a:t>ICS展開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Meiryo"/>
              </a:defRPr>
            </a:pPr>
            <a:r>
              <a:rPr dirty="0"/>
              <a:t>・Electron (</a:t>
            </a:r>
            <a:r>
              <a:rPr dirty="0" err="1"/>
              <a:t>Windows配布対応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セキュリティと品質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管理画面へのアクセスをセッションで制御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遷移先パスを安全化し不正リダイレクトを抑止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ICS URLの入力検証（protocol/localhost/private IP）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運用を意識したデータ検証とエラーハンドリング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今後の改善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E2Eテスト導入（Playwright）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大規模データ時の表示パフォーマンス最適化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監査ログ・操作履歴の追加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権限レベルの細分化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172A"/>
                </a:solidFill>
                <a:latin typeface="Meiryo"/>
              </a:defRPr>
            </a:pPr>
            <a:r>
              <a:t>応募時メッセージ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実運用を意識し、一覧性・操作性・保守性を重視して実装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フロントエンドでの体験設計と堅牢な入力検証を両立</a:t>
            </a:r>
          </a:p>
          <a:p>
            <a:pPr algn="l">
              <a:spcAft>
                <a:spcPts val="800"/>
              </a:spcAft>
              <a:defRPr sz="2000">
                <a:solidFill>
                  <a:srgbClr val="1E293B"/>
                </a:solidFill>
                <a:latin typeface="Meiryo"/>
              </a:defRPr>
            </a:pPr>
            <a:r>
              <a:t>要件に沿って機能を組み上げるだけでなく、運用性も考慮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4742336-914c-47dd-9668-37ab4b821de8}" enabled="1" method="Standard" siteId="{3489ac63-3ba9-41fb-8dbd-c0d8992b46b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</Words>
  <Application>Microsoft Office PowerPoint</Application>
  <PresentationFormat>画面に合わせる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CommuHub</vt:lpstr>
      <vt:lpstr>プロジェクト概要</vt:lpstr>
      <vt:lpstr>担当範囲</vt:lpstr>
      <vt:lpstr>主要機能</vt:lpstr>
      <vt:lpstr>フロントエンド実装の工夫</vt:lpstr>
      <vt:lpstr>技術スタック</vt:lpstr>
      <vt:lpstr>セキュリティと品質</vt:lpstr>
      <vt:lpstr>今後の改善</vt:lpstr>
      <vt:lpstr>応募時メッセージ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Hyunju Ryu_류현주_Japan SOLUM_Japan</cp:lastModifiedBy>
  <cp:revision>2</cp:revision>
  <dcterms:created xsi:type="dcterms:W3CDTF">2013-01-27T09:14:16Z</dcterms:created>
  <dcterms:modified xsi:type="dcterms:W3CDTF">2026-04-27T05:22:38Z</dcterms:modified>
  <cp:category/>
</cp:coreProperties>
</file>